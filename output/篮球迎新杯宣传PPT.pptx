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🏀 计算机学院 2026 级 篮球迎新杯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9E2F3"/>
                </a:solidFill>
              </a:defRPr>
            </a:pPr>
            <a:r>
              <a:t>多 Agent 协作 · 校园活动策划 · 宣传物料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A5F"/>
                </a:solidFill>
              </a:defRPr>
            </a:pPr>
            <a:r>
              <a:t>活动信息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▪ 时间：2026 年 9 月 28 日 - 10 月 10 日（拟定）</a:t>
            </a:r>
          </a:p>
          <a:p>
            <a:pPr>
              <a:spcAft>
                <a:spcPts val="1200"/>
              </a:spcAft>
              <a:defRPr sz="2000"/>
            </a:pPr>
            <a:r>
              <a:t>▪ 地点：东区体育馆篮球场</a:t>
            </a:r>
          </a:p>
          <a:p>
            <a:pPr>
              <a:spcAft>
                <a:spcPts val="1200"/>
              </a:spcAft>
              <a:defRPr sz="2000"/>
            </a:pPr>
            <a:r>
              <a:t>▪ 对象：计算机学院 2026 级新生（8 支班级队）</a:t>
            </a:r>
          </a:p>
          <a:p>
            <a:pPr>
              <a:spcAft>
                <a:spcPts val="1200"/>
              </a:spcAft>
              <a:defRPr sz="2000"/>
            </a:pPr>
            <a:r>
              <a:t>▪ 赛制：小组循环 + 淘汰赛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A5F"/>
                </a:solidFill>
              </a:defRPr>
            </a:pPr>
            <a:r>
              <a:t>赛程安排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▪ 9/28 开幕表演 + 抽签分组</a:t>
            </a:r>
          </a:p>
          <a:p>
            <a:pPr>
              <a:spcAft>
                <a:spcPts val="1200"/>
              </a:spcAft>
              <a:defRPr sz="2000"/>
            </a:pPr>
            <a:r>
              <a:t>▪ 9/29-10/5 小组循环赛（每日 2 场）</a:t>
            </a:r>
          </a:p>
          <a:p>
            <a:pPr>
              <a:spcAft>
                <a:spcPts val="1200"/>
              </a:spcAft>
              <a:defRPr sz="2000"/>
            </a:pPr>
            <a:r>
              <a:t>▪ 10/8-10/9 半决赛 / 决赛</a:t>
            </a:r>
          </a:p>
          <a:p>
            <a:pPr>
              <a:spcAft>
                <a:spcPts val="1200"/>
              </a:spcAft>
              <a:defRPr sz="2000"/>
            </a:pPr>
            <a:r>
              <a:t>▪ 10/10 闭幕颁奖 + 师生友谊赛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A5F"/>
                </a:solidFill>
              </a:defRPr>
            </a:pPr>
            <a:r>
              <a:t>活动亮点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▪ 迎新破冰：以球会友，快速融入大学集体</a:t>
            </a:r>
          </a:p>
          <a:p>
            <a:pPr>
              <a:spcAft>
                <a:spcPts val="1200"/>
              </a:spcAft>
              <a:defRPr sz="2000"/>
            </a:pPr>
            <a:r>
              <a:t>▪ 赞助联动：院友企业球服赞助</a:t>
            </a:r>
          </a:p>
          <a:p>
            <a:pPr>
              <a:spcAft>
                <a:spcPts val="1200"/>
              </a:spcAft>
              <a:defRPr sz="2000"/>
            </a:pPr>
            <a:r>
              <a:t>▪ 全程直播：学生会新媒体部多机位直播</a:t>
            </a:r>
          </a:p>
          <a:p>
            <a:pPr>
              <a:spcAft>
                <a:spcPts val="1200"/>
              </a:spcAft>
              <a:defRPr sz="2000"/>
            </a:pPr>
            <a:r>
              <a:t>▪ 急救保障：校医院绿色通道 + 志愿者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A5F"/>
                </a:solidFill>
              </a:defRPr>
            </a:pPr>
            <a:r>
              <a:t>报名与联系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▪ 报名截止：9 月 20 日</a:t>
            </a:r>
          </a:p>
          <a:p>
            <a:pPr>
              <a:spcAft>
                <a:spcPts val="1200"/>
              </a:spcAft>
              <a:defRPr sz="2000"/>
            </a:pPr>
            <a:r>
              <a:t>▪ 报名方式：各班体育委员统一提交</a:t>
            </a:r>
          </a:p>
          <a:p>
            <a:pPr>
              <a:spcAft>
                <a:spcPts val="1200"/>
              </a:spcAft>
              <a:defRPr sz="2000"/>
            </a:pPr>
            <a:r>
              <a:t>▪ 咨询：计算机学院学生会体育部（邮箱 cstyc@uni.edu.cn）</a:t>
            </a:r>
          </a:p>
          <a:p>
            <a:pPr>
              <a:spcAft>
                <a:spcPts val="1200"/>
              </a:spcAft>
              <a:defRPr sz="2000"/>
            </a:pPr>
            <a:r>
              <a:t>▪ 期待你的加入！🏀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